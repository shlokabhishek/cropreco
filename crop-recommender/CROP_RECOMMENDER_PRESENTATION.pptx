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Crop Recommender System - Project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🚨 Agricultural Challenges in India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Core Problem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🌟 Crop Recommender System - The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Intelligent Decision Support Platform</a:t>
            </a:r>
          </a:p>
          <a:p>
            <a:pPr>
              <a:defRPr sz="1800"/>
            </a:pPr>
            <a:r>
              <a:t>How We Solve the Problem: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🎯 Target Audience &amp; Market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Primary Customer Segments:</a:t>
            </a:r>
          </a:p>
          <a:p>
            <a:pPr>
              <a:defRPr sz="1800"/>
            </a:pPr>
            <a:r>
              <a:t>Market Statistics: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🚀 Platform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Core Features: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📐 Technical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Architecture Layers: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🤖 Weighted Multi-Factor Scoring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Algorithm Name: WMFS</a:t>
            </a:r>
          </a:p>
          <a:p>
            <a:pPr>
              <a:defRPr sz="1800"/>
            </a:pPr>
            <a:r>
              <a:t>Core Scoring Formula:</a:t>
            </a:r>
          </a:p>
          <a:p>
            <a:pPr>
              <a:defRPr sz="1800"/>
            </a:pPr>
            <a:r>
              <a:t>Score Components: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🧮 WMFS Algorithm - Economic Calculations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Cost Calculation Formulas:</a:t>
            </a:r>
          </a:p>
          <a:p>
            <a:pPr>
              <a:defRPr sz="1800"/>
            </a:pPr>
            <a:r>
              <a:t>Revenue &amp; Profit Formulas:</a:t>
            </a:r>
          </a:p>
          <a:p>
            <a:pPr>
              <a:defRPr sz="1800"/>
            </a:pPr>
            <a:r>
              <a:t>5-Phase WMFS Process: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🛠️ Technologies &amp;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Frontend Technologies:</a:t>
            </a:r>
          </a:p>
          <a:p>
            <a:pPr>
              <a:defRPr sz="1800"/>
            </a:pPr>
            <a:r>
              <a:t>Backend Technologies:</a:t>
            </a:r>
          </a:p>
          <a:p>
            <a:pPr>
              <a:defRPr sz="1800"/>
            </a:pPr>
            <a:r>
              <a:t>External APIs &amp; Services:</a:t>
            </a:r>
          </a:p>
          <a:p>
            <a:pPr>
              <a:defRPr sz="1800"/>
            </a:pPr>
            <a:r>
              <a:t>Development &amp; Deployment:</a:t>
            </a:r>
          </a:p>
          <a:p>
            <a:pPr>
              <a:defRPr sz="1800"/>
            </a:pPr>
            <a:r>
              <a:t>Data &amp; ML Libraries: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🔮 Future Enhancements &amp;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Phase 1: Immediate (3-6 months)</a:t>
            </a:r>
          </a:p>
          <a:p>
            <a:pPr>
              <a:defRPr sz="1800"/>
            </a:pPr>
            <a:r>
              <a:t>Phase 2: Medium-term (6-12 months)</a:t>
            </a:r>
          </a:p>
          <a:p>
            <a:pPr>
              <a:defRPr sz="1800"/>
            </a:pPr>
            <a:r>
              <a:t>Phase 3: Long-term (1-2 years)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📊 Impact &amp; 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Expected Impact:</a:t>
            </a:r>
          </a:p>
          <a:p>
            <a:pPr>
              <a:defRPr sz="1800"/>
            </a:pPr>
            <a:r>
              <a:t>Long-term Vision:</a:t>
            </a:r>
          </a:p>
          <a:p>
            <a:pPr>
              <a:defRPr sz="1800"/>
            </a:pPr>
            <a:r>
              <a:t>Sustainability Goals: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✅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Key Takeaways:</a:t>
            </a:r>
          </a:p>
          <a:p>
            <a:pPr>
              <a:defRPr sz="1800"/>
            </a:pPr>
            <a:r>
              <a:t>Project Achievements:</a:t>
            </a:r>
          </a:p>
          <a:p>
            <a:pPr>
              <a:defRPr sz="1800"/>
            </a:pPr>
            <a:r>
              <a:t>Our Mission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You! 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💡 Instructions: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