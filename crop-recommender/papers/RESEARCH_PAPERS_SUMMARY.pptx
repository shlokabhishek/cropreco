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 of Research Papers - Crop Recommendation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Project: Intelligent Crop Recommendation System Total Papers Reviewed: 10 Publication Period: 2023-2024 Focus Area: Machine Learning, AI, and IoT in Agriculture Document Date: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Research Papers on Crop 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Project: Intelligent Crop Recommendation System</a:t>
            </a:r>
          </a:p>
          <a:p>
            <a:pPr>
              <a:defRPr sz="1800"/>
            </a:pPr>
            <a:r>
              <a:t>Total Papers Reviewed: 10</a:t>
            </a:r>
          </a:p>
          <a:p>
            <a:pPr>
              <a:defRPr sz="1800"/>
            </a:pPr>
            <a:r>
              <a:t>Publication Period: 2023-2024</a:t>
            </a:r>
          </a:p>
          <a:p>
            <a:pPr>
              <a:defRPr sz="1800"/>
            </a:pPr>
            <a:r>
              <a:t>Focus Area: Machine Learning, AI, and IoT in Agriculture</a:t>
            </a:r>
          </a:p>
          <a:p>
            <a:pPr>
              <a:defRPr sz="1800"/>
            </a:pPr>
            <a:r>
              <a:t>Document Date: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Overview and Key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Average Accuracy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85% - 95%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Most Common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 (appeared in 6 papers)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Highest Accuracy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94.1% (Ensemble XGBoost)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Most Important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NPK levels, pH, Temperature, Rainfall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Primary 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Soil properties, Weather data, Historical records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Web-based platforms (70% of papers)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Average 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5,000 - 18,000 samples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Deep Learning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60% of recent papers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Consolidated Key Insights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Importance Range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Mentioned in Papers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Nitrogen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Phosphorus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Potassium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Soil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9/10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7/10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