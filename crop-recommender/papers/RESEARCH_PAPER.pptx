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Intelligent Crop Recommendation System Using Machine Learning and Real-Time Data Integration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[Author Names] [Department/Institution] [Email Addresses] Date: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Intelligent Crop Recommendation System Using Machine Learning and Real-Time Data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Abstract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1.1 Background and Motivation</a:t>
            </a:r>
          </a:p>
          <a:p>
            <a:pPr>
              <a:defRPr sz="1800"/>
            </a:pPr>
            <a:r>
              <a:t>1.2 Problem Statement</a:t>
            </a:r>
          </a:p>
          <a:p>
            <a:pPr>
              <a:defRPr sz="1800"/>
            </a:pPr>
            <a:r>
              <a:t>1.3 Research 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2.1 Machine Learning in Agriculture</a:t>
            </a:r>
          </a:p>
          <a:p>
            <a:pPr>
              <a:defRPr sz="1800"/>
            </a:pPr>
            <a:r>
              <a:t>2.2 Deep Learning Approaches</a:t>
            </a:r>
          </a:p>
          <a:p>
            <a:pPr>
              <a:defRPr sz="1800"/>
            </a:pPr>
            <a:r>
              <a:t>2.3 Soil-Based Recommendation Systems</a:t>
            </a:r>
          </a:p>
          <a:p>
            <a:pPr>
              <a:defRPr sz="1800"/>
            </a:pPr>
            <a:r>
              <a:t>2.4 IoT and Real-Time Data Integration</a:t>
            </a:r>
          </a:p>
          <a:p>
            <a:pPr>
              <a:defRPr sz="1800"/>
            </a:pPr>
            <a:r>
              <a:t>2.5 Optimization Algorithms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System Architecture and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3.1 System Overview</a:t>
            </a:r>
          </a:p>
          <a:p>
            <a:pPr>
              <a:defRPr sz="1800"/>
            </a:pPr>
            <a:r>
              <a:t>3.2 Data Collection and Preprocessing</a:t>
            </a:r>
          </a:p>
          <a:p>
            <a:pPr>
              <a:defRPr sz="1800"/>
            </a:pPr>
            <a:r>
              <a:t>3.3 Recommendation Algorithm</a:t>
            </a:r>
          </a:p>
          <a:p>
            <a:pPr>
              <a:defRPr sz="1800"/>
            </a:pPr>
            <a:r>
              <a:t>3.4 Farming Type Classification</a:t>
            </a:r>
          </a:p>
          <a:p>
            <a:pPr>
              <a:defRPr sz="1800"/>
            </a:pPr>
            <a:r>
              <a:t>3.5 Crops to Avoid Feature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4.1 Frontend Development</a:t>
            </a:r>
          </a:p>
          <a:p>
            <a:pPr>
              <a:defRPr sz="1800"/>
            </a:pPr>
            <a:r>
              <a:t>4.2 Backend Services</a:t>
            </a:r>
          </a:p>
          <a:p>
            <a:pPr>
              <a:defRPr sz="1800"/>
            </a:pPr>
            <a:r>
              <a:t>4.3 Database Schema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Results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5.1 System Performance</a:t>
            </a:r>
          </a:p>
          <a:p>
            <a:pPr>
              <a:defRPr sz="1800"/>
            </a:pPr>
            <a:r>
              <a:t>5.2 Feature Importance Analysis</a:t>
            </a:r>
          </a:p>
          <a:p>
            <a:pPr>
              <a:defRPr sz="1800"/>
            </a:pPr>
            <a:r>
              <a:t>5.3 Case Studies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6.1 Key Findings</a:t>
            </a:r>
          </a:p>
          <a:p>
            <a:pPr>
              <a:defRPr sz="1800"/>
            </a:pPr>
            <a:r>
              <a:t>6.2 Advantages Over Existing Systems</a:t>
            </a:r>
          </a:p>
          <a:p>
            <a:pPr>
              <a:defRPr sz="1800"/>
            </a:pPr>
            <a:r>
              <a:t>6.3 Limitations</a:t>
            </a:r>
          </a:p>
          <a:p>
            <a:pPr>
              <a:defRPr sz="1800"/>
            </a:pPr>
            <a:r>
              <a:t>6.4 Future Scope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